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9E4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3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0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3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4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4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4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1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9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4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6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EAF5E-AD6F-40E9-B498-335C71B4AC6F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1228E-D422-408B-BB2D-3FE58C88D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4800" y="285750"/>
            <a:ext cx="11639550" cy="6210300"/>
          </a:xfrm>
          <a:prstGeom prst="roundRect">
            <a:avLst>
              <a:gd name="adj" fmla="val 292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3000"/>
                </a:schemeClr>
              </a:gs>
              <a:gs pos="99000">
                <a:schemeClr val="tx1">
                  <a:lumMod val="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78265" y="1175301"/>
            <a:ext cx="4663741" cy="2530425"/>
          </a:xfrm>
          <a:prstGeom prst="roundRect">
            <a:avLst>
              <a:gd name="adj" fmla="val 3555"/>
            </a:avLst>
          </a:prstGeom>
          <a:gradFill>
            <a:gsLst>
              <a:gs pos="67000">
                <a:srgbClr val="00B050">
                  <a:alpha val="52000"/>
                  <a:lumMod val="89000"/>
                  <a:lumOff val="11000"/>
                </a:srgbClr>
              </a:gs>
              <a:gs pos="30000">
                <a:srgbClr val="00B050"/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436141" y="2358745"/>
            <a:ext cx="3114301" cy="1699907"/>
          </a:xfrm>
          <a:prstGeom prst="roundRect">
            <a:avLst>
              <a:gd name="adj" fmla="val 8583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394158" y="1269294"/>
            <a:ext cx="3156284" cy="857629"/>
          </a:xfrm>
          <a:prstGeom prst="roundRect">
            <a:avLst>
              <a:gd name="adj" fmla="val 17885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78265" y="3882188"/>
            <a:ext cx="4663741" cy="2252725"/>
          </a:xfrm>
          <a:prstGeom prst="roundRect">
            <a:avLst>
              <a:gd name="adj" fmla="val 5769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78265" y="412956"/>
            <a:ext cx="11141495" cy="624515"/>
          </a:xfrm>
          <a:prstGeom prst="roundRect">
            <a:avLst>
              <a:gd name="adj" fmla="val 2921"/>
            </a:avLst>
          </a:prstGeom>
          <a:gradFill>
            <a:gsLst>
              <a:gs pos="85000">
                <a:schemeClr val="tx1">
                  <a:lumMod val="95000"/>
                  <a:lumOff val="5000"/>
                </a:schemeClr>
              </a:gs>
              <a:gs pos="3000">
                <a:schemeClr val="tx1"/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436141" y="4218436"/>
            <a:ext cx="6336886" cy="1916477"/>
          </a:xfrm>
          <a:prstGeom prst="roundRect">
            <a:avLst>
              <a:gd name="adj" fmla="val 5432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8658726" y="1269293"/>
            <a:ext cx="3156284" cy="857629"/>
          </a:xfrm>
          <a:prstGeom prst="roundRect">
            <a:avLst>
              <a:gd name="adj" fmla="val 17885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658726" y="2358744"/>
            <a:ext cx="3114301" cy="1699908"/>
          </a:xfrm>
          <a:prstGeom prst="roundRect">
            <a:avLst>
              <a:gd name="adj" fmla="val 8583"/>
            </a:avLst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9000">
                <a:schemeClr val="tx1">
                  <a:lumMod val="0"/>
                  <a:alpha val="40000"/>
                </a:schemeClr>
              </a:gs>
            </a:gsLst>
            <a:lin ang="5400000" scaled="1"/>
          </a:gradFill>
          <a:ln>
            <a:gradFill>
              <a:gsLst>
                <a:gs pos="900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1">
                    <a:alpha val="20000"/>
                    <a:lumMod val="10000"/>
                    <a:lumOff val="9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1" t="9192" r="33972" b="37605"/>
          <a:stretch/>
        </p:blipFill>
        <p:spPr>
          <a:xfrm>
            <a:off x="742181" y="465311"/>
            <a:ext cx="553113" cy="52299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1" t="62094" r="26793" b="7850"/>
          <a:stretch/>
        </p:blipFill>
        <p:spPr>
          <a:xfrm>
            <a:off x="1295294" y="593558"/>
            <a:ext cx="1219201" cy="39474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295" y="510214"/>
            <a:ext cx="427840" cy="4047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536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2023-12-27T14:38:53Z</dcterms:created>
  <dcterms:modified xsi:type="dcterms:W3CDTF">2023-12-27T15:59:21Z</dcterms:modified>
</cp:coreProperties>
</file>